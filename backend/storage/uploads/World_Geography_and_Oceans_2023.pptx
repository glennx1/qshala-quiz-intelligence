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1828800"/>
          </a:xfrm>
          <a:prstGeom prst="rect">
            <a:avLst/>
          </a:prstGeom>
          <a:noFill/>
        </p:spPr>
        <p:txBody>
          <a:bodyPr wrap="none">
            <a:spAutoFit/>
          </a:bodyPr>
          <a:lstStyle/>
          <a:p>
            <a:pPr>
              <a:defRPr sz="3600" b="1">
                <a:solidFill>
                  <a:srgbClr val="142850"/>
                </a:solidFill>
              </a:defRPr>
            </a:pPr>
            <a:r>
              <a:t>QShala Junior Explorers: World Wonders &amp; Oceans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1</a:t>
            </a:r>
          </a:p>
          <a:p>
            <a:pPr>
              <a:defRPr sz="2400" b="1">
                <a:solidFill>
                  <a:srgbClr val="0F172A"/>
                </a:solidFill>
              </a:defRPr>
            </a:pPr>
            <a:r>
              <a:t>Which Australian coral reef system is recognized as the largest living structure on Planet Earth and can be seen from space?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1</a:t>
            </a:r>
          </a:p>
          <a:p>
            <a:pPr>
              <a:defRPr sz="2600" b="1">
                <a:solidFill>
                  <a:srgbClr val="059669"/>
                </a:solidFill>
              </a:defRPr>
            </a:pPr>
            <a:r>
              <a:t>Answer: The Great Barrier Reef</a:t>
            </a:r>
          </a:p>
          <a:p/>
          <a:p>
            <a:pPr>
              <a:defRPr sz="1500" b="1">
                <a:solidFill>
                  <a:srgbClr val="475569"/>
                </a:solidFill>
              </a:defRPr>
            </a:pPr>
            <a:r>
              <a:t>Explanation &amp; Context:</a:t>
            </a:r>
          </a:p>
          <a:p>
            <a:pPr>
              <a:defRPr sz="1700">
                <a:solidFill>
                  <a:srgbClr val="334155"/>
                </a:solidFill>
              </a:defRPr>
            </a:pPr>
            <a:r>
              <a:t>Spanning over 2,300 kilometers off the Queensland coast, the Great Barrier Reef is composed of billions of tiny coral polyps and supports thousands of species of marine life.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2</a:t>
            </a:r>
          </a:p>
          <a:p>
            <a:pPr>
              <a:defRPr sz="2400" b="1">
                <a:solidFill>
                  <a:srgbClr val="0F172A"/>
                </a:solidFill>
              </a:defRPr>
            </a:pPr>
            <a:r>
              <a:t>Which majestic peak in the Himalayas is the highest mountain above sea level on Earth at 8,848.86 meters?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2</a:t>
            </a:r>
          </a:p>
          <a:p>
            <a:pPr>
              <a:defRPr sz="2600" b="1">
                <a:solidFill>
                  <a:srgbClr val="059669"/>
                </a:solidFill>
              </a:defRPr>
            </a:pPr>
            <a:r>
              <a:t>Answer: Mount Everest</a:t>
            </a:r>
          </a:p>
          <a:p/>
          <a:p>
            <a:pPr>
              <a:defRPr sz="1500" b="1">
                <a:solidFill>
                  <a:srgbClr val="475569"/>
                </a:solidFill>
              </a:defRPr>
            </a:pPr>
            <a:r>
              <a:t>Explanation &amp; Context:</a:t>
            </a:r>
          </a:p>
          <a:p>
            <a:pPr>
              <a:defRPr sz="1700">
                <a:solidFill>
                  <a:srgbClr val="334155"/>
                </a:solidFill>
              </a:defRPr>
            </a:pPr>
            <a:r>
              <a:t>Mount Everest, called Sagarmatha in Nepal and Chomolungma in Tibet, stands proudly on the border between Nepal and China. It was first officially summitted by Sir Edmund Hillary and Tenzing Norgay in 1953.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