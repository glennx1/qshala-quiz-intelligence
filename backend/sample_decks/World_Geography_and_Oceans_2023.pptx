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QShala Junior Explorers: World Wonders &amp; Oceans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Q1. Which Australian coral reef system is recognized as the largest living structure on Planet Earth and can be seen from space?</a:t>
            </a:r>
          </a:p>
          <a:p>
            <a:pPr>
              <a:defRPr sz="1800"/>
            </a:pPr>
            <a:r>
              <a:t>(A) Belize Barrier Reef</a:t>
            </a:r>
          </a:p>
          <a:p>
            <a:pPr>
              <a:defRPr sz="1800"/>
            </a:pPr>
            <a:r>
              <a:t>(B) The Great Barrier Reef</a:t>
            </a:r>
          </a:p>
          <a:p>
            <a:pPr>
              <a:defRPr sz="1800"/>
            </a:pPr>
            <a:r>
              <a:t>(C) Red Sea Coral Reef</a:t>
            </a:r>
          </a:p>
          <a:p>
            <a:pPr>
              <a:defRPr sz="1800"/>
            </a:pPr>
            <a:r>
              <a:t>(D) New Caledonia Barrier Reef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Ans: (B) The Great Barrier Reef</a:t>
            </a:r>
          </a:p>
          <a:p>
            <a:pPr>
              <a:defRPr sz="1800"/>
            </a:pPr>
            <a:r>
              <a:t>Explanation: Spanning over 2,300 kilometers off the Queensland coast, the Great Barrier Reef is composed of billions of tiny coral polyps.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Q2. Which mountain in the Himalayas is the highest peak above sea level on Earth at 8,848.86 meters?</a:t>
            </a:r>
          </a:p>
          <a:p>
            <a:pPr>
              <a:defRPr sz="1800"/>
            </a:pPr>
            <a:r>
              <a:t>(A) K2</a:t>
            </a:r>
          </a:p>
          <a:p>
            <a:pPr>
              <a:defRPr sz="1800"/>
            </a:pPr>
            <a:r>
              <a:t>(B) Mount Everest</a:t>
            </a:r>
          </a:p>
          <a:p>
            <a:pPr>
              <a:defRPr sz="1800"/>
            </a:pPr>
            <a:r>
              <a:t>(C) Kangchenjunga</a:t>
            </a:r>
          </a:p>
          <a:p>
            <a:pPr>
              <a:defRPr sz="1800"/>
            </a:pPr>
            <a:r>
              <a:t>(D) Lhotse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Ans: (B) Mount Everest</a:t>
            </a:r>
          </a:p>
          <a:p>
            <a:pPr>
              <a:defRPr sz="1800"/>
            </a:pPr>
            <a:r>
              <a:t>Explanation: Mount Everest, called Sagarmatha in Nepal and Chomolungma in Tibet, stands on the border between Nepal and China.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