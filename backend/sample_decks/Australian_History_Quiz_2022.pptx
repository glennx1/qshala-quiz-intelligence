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850"/>
                </a:solidFill>
              </a:defRPr>
            </a:pPr>
            <a:r>
              <a:t>QShala Quest: Australian History &amp; Explorers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Curated Tournament Round for Grades 3 to 5 (Year: 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Q1. Who was the British naval officer and navigator who mapped the eastern coastline of Australia aboard HMS Endeavour in 1770?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Captain James Cook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Matthew Flinders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Arthur Phillip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William Bligh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(A) Captain James Cook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Captain James Cook charted Botany Bay and the east coast in 1770, claiming New South Wales for Britain aboard HMS Endeavour.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Q2. What is the historic name given to the convoy of 11 British ships that arrived in Sydney Cove in January 1788 to establish the first European settlement?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The Sovereign Fleet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The First Fleet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The Golden Armada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The Pacific Squadron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(B) The First Fleet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Commanded by Captain Arthur Phillip, the First Fleet carried over 1,400 convicts, marines, and officials, arriving on 26 January 1788.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Q3. For tens of thousands of years before European arrival, Aboriginal Australians shared oral sacred creation stories known in English by what name?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The Bush Songs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The Dreamtime (Jukurrpa)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The Outback Chronicles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The Coral Legends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(B) The Dreamtime (Jukurrpa)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The Dreamtime encompasses the ancient spiritual, cultural, and geographic history of the world created by Ancestral Beings.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Q4. On January 1, 1901, the six colonies federated to form the Commonwealth of Australia. Who served as the nation's first Prime Minister?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Sir Edmund Barton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Alfred Deakin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Henry Parkes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Andrew Fisher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(A) Sir Edmund Barton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Sir Edmund Barton was sworn in as Australia's inaugural Prime Minister at Centennial Park, Sydney on New Year's Day 1901.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Q5. Why was the inland city of Canberra chosen as Australia's federal capital in 1913 instead of Sydney or Melbourne?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It had the busiest harbor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As a compromise between rival cities Sydney and Melbourne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Because gold was found there in 1900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It was closest to the Great Barrier Reef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(B) As a compromise between rival cities Sydney and Melbourne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The Australian Constitution required a capital in NSW at least 100 miles from Sydney, choosing Canberra as a grand neutral compromise.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Q6. Which legendary Australian bushranger and folk figure wore 44-kilogram homemade iron plate armor during his final standoff in Glenrowan in 1880?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Ned Kelly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Ben Hall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Captain Starlight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Dan Morgan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(A) Ned Kelly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Ned Kelly and the Kelly Gang forged heavy protective suits from ploughshares before their famous 1880 siege.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Q7. In 1854, gold prospectors in Ballarat, Victoria rose up against colonial mining licenses in which historic rebellion for democratic rights?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The Rum Rebellion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The Eureka Stockade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The Castle Hill Uprising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The Bathurst Rebellion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(B) The Eureka Stockade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The Eureka Stockade was a pivotal rebellion where miners swore allegiance under the Southern Cross flag against injustice.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Q8. Which aerodynamic wooden hunting and sport tool was developed by Indigenous Australians over tens of thousands of years and is famous for returning when thrown?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Boomerang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Woomera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Didgeridoo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Coolamon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(A) Boomerang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Indigenous Australians mastered aerodynamics, designing returning boomerangs for decoy hunting, ceremony, and game.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Q9. What iconic sacred sandstone monolith in the Northern Territory desert was officially handed back to its traditional Anangu owners in October 1985?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Kata Tjuta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Uluru (Ayers Rock)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Mount Kosciuszko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Wave Rock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(B) Uluru (Ayers Rock)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Uluru is deeply sacred to the Anangu people, who regained land title in a historic handback ceremony on 26 October 1985.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t>Q10. In 1902, the Commonwealth Franchise Act made Australia one of the earliest modern nations to grant which democratic right to women nationally?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(A) The right to vote and stand for federal parliament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(B) The right to captain sea ships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(C) Free access to overseas travel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(D) The right to own postal offices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8040"/>
                </a:solidFill>
              </a:defRPr>
            </a:pPr>
            <a:r>
              <a:t>Ans: (A) The right to vote and stand for federal parliament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Explanation: Australia granted women the federal right to vote and run for parliament in 1902, following South Australia's pioneering 1894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