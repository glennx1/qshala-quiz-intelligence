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World Literature, Arts &amp; Ancient Mythology</a:t>
            </a:r>
          </a:p>
          <a:p>
            <a:pPr>
              <a:defRPr sz="1800"/>
            </a:pPr>
            <a:r>
              <a:t>Round 3: Stories, Masterpieces &amp; Traditions (2024)</a:t>
            </a:r>
            <a:br/>
            <a:r>
              <a:t>QShala Interschool Quiz Tournament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1</a:t>
            </a:r>
          </a:p>
          <a:p>
            <a:pPr>
              <a:defRPr sz="2200" b="1"/>
            </a:pPr>
            <a:r>
              <a:t>Which English playwright and poet authored 37 plays and created iconic characters such as Hamlet, Macbeth, and Juliet?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1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William Shakespeare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Known as the Bard of Avon, Shakespeare wrote during the Elizabethan and Jacobean eras, staging legendary performances at the Globe Theatre in London.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2</a:t>
            </a:r>
          </a:p>
          <a:p>
            <a:pPr>
              <a:defRPr sz="2200" b="1"/>
            </a:pPr>
            <a:r>
              <a:t>What famous 16th-century portrait painted by Italian Renaissance master Leonardo da Vinci depicts a woman with an enigmatic smile and hangs in the Louvre Museum?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2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Mona Lisa (La Gioconda)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Painted on a poplar wood panel between 1503 and 1519, the portrait uses da Vinci's masterful sfumato technique to blend shades smoothly without harsh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3</a:t>
            </a:r>
          </a:p>
          <a:p>
            <a:pPr>
              <a:defRPr sz="2200" b="1"/>
            </a:pPr>
            <a:r>
              <a:t>In ancient Greek mythology, who was the supreme god of Mount Olympus who wielded thunderbolts forged by the Cyclopes?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3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Zeus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Zeus ruled the sky and weather as king of the Olympian gods, having led the rebellion to overthrow his Titan father Cronus.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4</a:t>
            </a:r>
          </a:p>
          <a:p>
            <a:pPr>
              <a:defRPr sz="2200" b="1"/>
            </a:pPr>
            <a:r>
              <a:t>What ancient epic poem attributed to the blind poet Homer tells the story of the Trojan War and the wrath of hero Achilles?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4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The Iliad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The Iliad spans the final weeks of the ten-year Greek siege of Troy, followed by Homer's companion epic The Odyssey.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5</a:t>
            </a:r>
          </a:p>
          <a:p>
            <a:pPr>
              <a:defRPr sz="2200" b="1"/>
            </a:pPr>
            <a:r>
              <a:t>Which legendary German composer continued creating masterpieces including his revolutionary Ninth Symphony even after becoming completely deaf?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5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Ludwig van Beethoven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Beethoven began losing his hearing in his late twenties, yet used acoustic vibrations through his piano to compose some of classical music's greatest symphonies.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6</a:t>
            </a:r>
          </a:p>
          <a:p>
            <a:pPr>
              <a:defRPr sz="2200" b="1"/>
            </a:pPr>
            <a:r>
              <a:t>What vibrant springtime festival of colors celebrated across India and Nepal marks the victory of good over evil with powdered dyes called gulal?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6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Holi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Holi commemorates the legend of Prince Prahlad and Holika, celebrated with song, dance, bonfires, and splashing colored powders.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