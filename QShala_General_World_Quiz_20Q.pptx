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QSHALA QUIZ INTELLIGENCE</a:t>
            </a:r>
          </a:p>
          <a:p>
            <a:pPr algn="ctr">
              <a:spcAft>
                <a:spcPts val="1200"/>
              </a:spcAft>
              <a:defRPr sz="3600" b="1">
                <a:solidFill>
                  <a:srgbClr val="0F172A"/>
                </a:solidFill>
                <a:latin typeface="Calibri"/>
              </a:defRPr>
            </a:pPr>
            <a:r>
              <a:t>Welcome to the General World Quiz</a:t>
            </a:r>
          </a:p>
          <a:p>
            <a:pPr algn="ctr">
              <a:spcAft>
                <a:spcPts val="18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Prelims Round: 20 Global Curiosity &amp; Knowledge Challenges</a:t>
            </a:r>
          </a:p>
          <a:p>
            <a:pPr algn="ctr">
              <a:defRPr sz="1300">
                <a:solidFill>
                  <a:srgbClr val="10956A"/>
                </a:solidFill>
                <a:latin typeface="Calibri"/>
              </a:defRPr>
            </a:pPr>
            <a:r>
              <a:t>Rules: Each challenge features a Question slide followed immediately by an Answer &amp; In-depth Story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01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Which country in the world possesses the highest number of natural lakes, containing more than 60% of all lakes on planet Earth?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Canada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Canada is home to over 2 million lakes, covering approximately 9% of the nation's total land area and holding an estimated 20% of the entire world's surface fresh water.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02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2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Olympus Mons, the largest volcano and tallest planetary mountain in the entire Solar System, is located on which neighboring planet?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Mars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Towering at nearly 22 km (13.6 miles) high, Olympus Mons is roughly two and a half times taller than Mount Everest and covers an area roughly the size of the state of Arizona.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03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3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Which ancient archaeological wonder in Jordan was carved directly into rose-red sandstone desert cliffs and rediscovered by Swiss explorer Johann Burckhardt in 1812?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Petra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Established around the 4th century BC as the capital of the Nabataean Kingdom, Petra is celebrated for its rock-cut facade 'Al-Khazneh' (The Treasury) and ingenious ancient water conduit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04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4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Located in the western Pacific Ocean, what is the name of the deepest surveyed oceanic trench on Earth, reaching a depth of nearly 11,000 meters?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Mariana Trench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The lowest point of the trench, known as Challenger Deep, is so profound that if Mount Everest were placed into it, its summit would still be submerged under more than 2 kilometers of water.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05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5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 1928, Scottish physician Alexander Fleming discovered a contaminated petri dish where mold had destroyed bacterial colonies. What life-saving antibiotic did this create?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Penicillin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The accidental discovery of the fungus Penicillium notatum revolutionized modern medicine, transforming fatal bacterial infections into treatable illnesses and earning Fleming the 1945 Nobel Prize.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06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Literature &amp; 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6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Which iconic monument is the only one of the original Seven Wonders of the Ancient World to remain substantially intact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Literature &amp; 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Great Pyramid of Giza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Built around 2560 BC as a royal tomb for Fourth Dynasty Pharaoh Khufu, the Great Pyramid remained the tallest man-made structure in the world for over 3,800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07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7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What is the name of the world's largest living biological structure, stretching over 2,300 kilometers and visible even from low Earth orbit?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Great Barrier Reef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Located off the coast of Queensland, Australia, the Great Barrier Reef is composed of over 2,900 individual coral reefs and supports thousands of species of marine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08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General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8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Known as the vibrant 'Festival of Colours' celebrating love, spring, and the triumph of good over evil, what festival originates on the Indian subcontinent?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General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Holi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Holi signifies the welcoming of spring, agricultural renewal, and social togetherness, celebrated by communities smearing colorful powdered pigments (gulal) and sharing festive sweets.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09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9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What is the only mammal on Earth capable of true, self-powered, sustained flight?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Bat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Unlike flying squirrels which merely glide on air currents, bats flap elongated digit-supported wings formed of flexible skin membranes (patagium) that provide true aerodynamic thrust.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10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General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10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Which landmark treaty, signed in 1992 in the Netherlands, established the European Union and paved the path for the creation of the Euro single currency?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General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Maastricht Treaty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Signed in the Dutch city of Maastricht, this historic accord founded the European Union, defined European citizenship, and established strict fiscal criteria for monetary union.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11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11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Which Asian nation shares international land borders with the largest number of sovereign countries, tying for the world record with 14 neighboring nations?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China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China shares land frontiers spanning 22,117 kilometers with 14 neighboring sovereign states, tied with Russia for having the most neighboring international land borders in the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12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Literature &amp; 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12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Which English playwright and poet authored 39 plays and 154 sonnets, including timeless classics such as Hamlet, Macbeth, and Romeo and Juliet?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Literature &amp; 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William Shakespeare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Celebrated as the 'Bard of Avon', Shakespeare transformed the English language, introducing thousands of words and phrases into common idiom while shaping modern world literature.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13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13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On December 17, 1903 at Kitty Hawk, North Carolina, which two bicycle mechanics successfully executed humanity's first controlled, powered airplane flight?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Wright Brothers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Their aircraft, the Wright Flyer, flew 120 feet in 12 seconds on its first trial, conquering three-axis control and launching the era of modern aviation.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14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14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Which South American desert, wedged between the Andes Mountains and the Pacific Ocean, is recognized as the driest non-polar desert on Earth?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Atacama Desert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Due to a double rain shadow between coastal hills and high Andes peaks, parts of the Atacama have never experienced recorded rainfall, serving as a prime Mars analog test site for NASA.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15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Literature &amp; 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15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Which keyboard instrument, originally named 'gravicembalo col piano e forte' (harpsichord with soft and loud), was invented around 1700 by Bartolomeo Cristofori?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Literature &amp; 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Piano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Cristofori invented a hammer-striking action that let the musician express dynamics from pianissimo (very soft) to fortissimo (very loud) based entirely on finger strike velocity.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16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16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 April 1912, what British passenger liner, heralded as 'practically unsinkable', struck an iceberg on her maiden transatlantic voyage and sank with severe loss of life?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World Geography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RMS Titanic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The tragedy of the White Star Line vessel led to the establishment of the International Convention for the Safety of Life at Sea (SOLAS) and mandatory continuous 24-hour radio monitoring.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17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17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What 40,000-kilometer horseshoe-shaped belt around the perimeter of the Pacific Ocean accounts for 75% of Earth's volcanoes and 90% of its earthquakes?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Pacific Ring of Fire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The Ring of Fire is formed by tectonic plate subduction zones where the Pacific Plate collides with surrounding continental plates, producing volatile oceanic trenches and volcanic arcs.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18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General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18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What is the most widely spoken native first language (mother tongue) in the world, counting over 900 million native speakers?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General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Mandarin Chinese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While English leads in total global speakers including second-language learners, Mandarin Chinese possesses the largest population of native primary speakers of any language on Earth.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19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Sports &amp;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19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 which European capital were the first modern Olympic Games held in the spring of 1896, reviving the ancient athletic contest after more than 15 centuries?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Sports &amp;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Athens, Greece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Revived through the vision of Pierre de Coubertin, the 1896 Athens Games hosted 241 athletes from 14 countries at the historic marble Panathenaic Stadium.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QUESTION 20 OF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Question 20</a:t>
            </a:r>
          </a:p>
          <a:p>
            <a:pPr>
              <a:spcAft>
                <a:spcPts val="1400"/>
              </a:spcAft>
              <a:defRPr sz="2400" b="1">
                <a:solidFill>
                  <a:srgbClr val="0F172A"/>
                </a:solidFill>
                <a:latin typeface="Calibri"/>
              </a:defRPr>
            </a:pPr>
            <a:r>
              <a:t>In 1989, British computer scientist Tim Berners-Lee, while working at the CERN laboratory in Switzerland, invented what revolutionary global hypertext system?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28600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956A"/>
                </a:solidFill>
                <a:latin typeface="Calibri"/>
              </a:defRPr>
            </a:pPr>
            <a:r>
              <a:t>ANSWER &amp; EXPLANATION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  <a:latin typeface="Calibri"/>
              </a:defRPr>
            </a:pPr>
            <a:r>
              <a:t>Science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0F172A"/>
                </a:solidFill>
                <a:latin typeface="Calibri"/>
              </a:defRPr>
            </a:pPr>
            <a:r>
              <a:t>Answer: The World Wide Web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Explanation: Berners-Lee invented HTML, HTTP, and the first web browser and web server, releasing the underlying protocol freely into the public domain to ensure open global accessibility.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63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QShala Quiz Intelligence Platform  |  General World Quiz Championship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